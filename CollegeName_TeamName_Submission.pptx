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(Y/N)</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(Y/N)</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Demo video, max 5 minutes (YouTube or Drive link)</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(Y/N)</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